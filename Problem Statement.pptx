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E7931-771A-9DC5-EAF1-3028B423D1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9EBBD0-10ED-ACB9-0582-6E4BCAF397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ACB10AF-46AE-A075-6D47-98637574CD27}"/>
              </a:ext>
            </a:extLst>
          </p:cNvPr>
          <p:cNvSpPr>
            <a:spLocks noGrp="1"/>
          </p:cNvSpPr>
          <p:nvPr>
            <p:ph type="dt" sz="half" idx="10"/>
          </p:nvPr>
        </p:nvSpPr>
        <p:spPr/>
        <p:txBody>
          <a:bodyPr/>
          <a:lstStyle/>
          <a:p>
            <a:fld id="{9E229393-5458-4281-8330-ADCDC7D4C84F}" type="datetimeFigureOut">
              <a:rPr lang="en-IN" smtClean="0"/>
              <a:t>11-07-2026</a:t>
            </a:fld>
            <a:endParaRPr lang="en-IN"/>
          </a:p>
        </p:txBody>
      </p:sp>
      <p:sp>
        <p:nvSpPr>
          <p:cNvPr id="5" name="Footer Placeholder 4">
            <a:extLst>
              <a:ext uri="{FF2B5EF4-FFF2-40B4-BE49-F238E27FC236}">
                <a16:creationId xmlns:a16="http://schemas.microsoft.com/office/drawing/2014/main" id="{F62D0D2D-4204-898C-E373-68940732F9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A57737-E626-57D7-ABEE-190DA27F6FF7}"/>
              </a:ext>
            </a:extLst>
          </p:cNvPr>
          <p:cNvSpPr>
            <a:spLocks noGrp="1"/>
          </p:cNvSpPr>
          <p:nvPr>
            <p:ph type="sldNum" sz="quarter" idx="12"/>
          </p:nvPr>
        </p:nvSpPr>
        <p:spPr/>
        <p:txBody>
          <a:bodyPr/>
          <a:lstStyle/>
          <a:p>
            <a:fld id="{6288ECFF-4E29-4911-A669-B8CF0B8E2359}" type="slidenum">
              <a:rPr lang="en-IN" smtClean="0"/>
              <a:t>‹#›</a:t>
            </a:fld>
            <a:endParaRPr lang="en-IN"/>
          </a:p>
        </p:txBody>
      </p:sp>
    </p:spTree>
    <p:extLst>
      <p:ext uri="{BB962C8B-B14F-4D97-AF65-F5344CB8AC3E}">
        <p14:creationId xmlns:p14="http://schemas.microsoft.com/office/powerpoint/2010/main" val="1374111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0C069-6E5E-E804-A576-205E57F681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EA0E7E-6248-1EA3-7047-CA211C9384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6ED5F2-04F9-545B-651B-AE77E4D92ACA}"/>
              </a:ext>
            </a:extLst>
          </p:cNvPr>
          <p:cNvSpPr>
            <a:spLocks noGrp="1"/>
          </p:cNvSpPr>
          <p:nvPr>
            <p:ph type="dt" sz="half" idx="10"/>
          </p:nvPr>
        </p:nvSpPr>
        <p:spPr/>
        <p:txBody>
          <a:bodyPr/>
          <a:lstStyle/>
          <a:p>
            <a:fld id="{9E229393-5458-4281-8330-ADCDC7D4C84F}" type="datetimeFigureOut">
              <a:rPr lang="en-IN" smtClean="0"/>
              <a:t>11-07-2026</a:t>
            </a:fld>
            <a:endParaRPr lang="en-IN"/>
          </a:p>
        </p:txBody>
      </p:sp>
      <p:sp>
        <p:nvSpPr>
          <p:cNvPr id="5" name="Footer Placeholder 4">
            <a:extLst>
              <a:ext uri="{FF2B5EF4-FFF2-40B4-BE49-F238E27FC236}">
                <a16:creationId xmlns:a16="http://schemas.microsoft.com/office/drawing/2014/main" id="{C68C8B7C-1A85-1736-FE83-E0B221C9AF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5C368F-853C-7653-50D0-F4A748CE1C6C}"/>
              </a:ext>
            </a:extLst>
          </p:cNvPr>
          <p:cNvSpPr>
            <a:spLocks noGrp="1"/>
          </p:cNvSpPr>
          <p:nvPr>
            <p:ph type="sldNum" sz="quarter" idx="12"/>
          </p:nvPr>
        </p:nvSpPr>
        <p:spPr/>
        <p:txBody>
          <a:bodyPr/>
          <a:lstStyle/>
          <a:p>
            <a:fld id="{6288ECFF-4E29-4911-A669-B8CF0B8E2359}" type="slidenum">
              <a:rPr lang="en-IN" smtClean="0"/>
              <a:t>‹#›</a:t>
            </a:fld>
            <a:endParaRPr lang="en-IN"/>
          </a:p>
        </p:txBody>
      </p:sp>
    </p:spTree>
    <p:extLst>
      <p:ext uri="{BB962C8B-B14F-4D97-AF65-F5344CB8AC3E}">
        <p14:creationId xmlns:p14="http://schemas.microsoft.com/office/powerpoint/2010/main" val="2500930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EFA72-AE1E-DD59-7040-D62F29B34F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0C28E6-E8B9-9200-E3C6-EAC9E587EC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BEFB1E-A680-13B4-C412-85FE8BD812E8}"/>
              </a:ext>
            </a:extLst>
          </p:cNvPr>
          <p:cNvSpPr>
            <a:spLocks noGrp="1"/>
          </p:cNvSpPr>
          <p:nvPr>
            <p:ph type="dt" sz="half" idx="10"/>
          </p:nvPr>
        </p:nvSpPr>
        <p:spPr/>
        <p:txBody>
          <a:bodyPr/>
          <a:lstStyle/>
          <a:p>
            <a:fld id="{9E229393-5458-4281-8330-ADCDC7D4C84F}" type="datetimeFigureOut">
              <a:rPr lang="en-IN" smtClean="0"/>
              <a:t>11-07-2026</a:t>
            </a:fld>
            <a:endParaRPr lang="en-IN"/>
          </a:p>
        </p:txBody>
      </p:sp>
      <p:sp>
        <p:nvSpPr>
          <p:cNvPr id="5" name="Footer Placeholder 4">
            <a:extLst>
              <a:ext uri="{FF2B5EF4-FFF2-40B4-BE49-F238E27FC236}">
                <a16:creationId xmlns:a16="http://schemas.microsoft.com/office/drawing/2014/main" id="{2262038D-1A7E-DE5E-AB2E-700489E2CF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5C2310-59B7-F0F8-3B6C-7456E577CEEF}"/>
              </a:ext>
            </a:extLst>
          </p:cNvPr>
          <p:cNvSpPr>
            <a:spLocks noGrp="1"/>
          </p:cNvSpPr>
          <p:nvPr>
            <p:ph type="sldNum" sz="quarter" idx="12"/>
          </p:nvPr>
        </p:nvSpPr>
        <p:spPr/>
        <p:txBody>
          <a:bodyPr/>
          <a:lstStyle/>
          <a:p>
            <a:fld id="{6288ECFF-4E29-4911-A669-B8CF0B8E2359}" type="slidenum">
              <a:rPr lang="en-IN" smtClean="0"/>
              <a:t>‹#›</a:t>
            </a:fld>
            <a:endParaRPr lang="en-IN"/>
          </a:p>
        </p:txBody>
      </p:sp>
    </p:spTree>
    <p:extLst>
      <p:ext uri="{BB962C8B-B14F-4D97-AF65-F5344CB8AC3E}">
        <p14:creationId xmlns:p14="http://schemas.microsoft.com/office/powerpoint/2010/main" val="564135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6FC93-CBEB-97FF-FF8C-BB6572AA9A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E1E6C92-108E-29B5-875E-7136171A8F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549D0D1-5366-7C88-4127-E1C2C1188F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C8C13D5-A390-CB64-2440-D6396A0781AA}"/>
              </a:ext>
            </a:extLst>
          </p:cNvPr>
          <p:cNvSpPr>
            <a:spLocks noGrp="1"/>
          </p:cNvSpPr>
          <p:nvPr>
            <p:ph type="dt" sz="half" idx="10"/>
          </p:nvPr>
        </p:nvSpPr>
        <p:spPr/>
        <p:txBody>
          <a:bodyPr/>
          <a:lstStyle/>
          <a:p>
            <a:fld id="{9E229393-5458-4281-8330-ADCDC7D4C84F}" type="datetimeFigureOut">
              <a:rPr lang="en-IN" smtClean="0"/>
              <a:t>11-07-2026</a:t>
            </a:fld>
            <a:endParaRPr lang="en-IN"/>
          </a:p>
        </p:txBody>
      </p:sp>
      <p:sp>
        <p:nvSpPr>
          <p:cNvPr id="6" name="Footer Placeholder 5">
            <a:extLst>
              <a:ext uri="{FF2B5EF4-FFF2-40B4-BE49-F238E27FC236}">
                <a16:creationId xmlns:a16="http://schemas.microsoft.com/office/drawing/2014/main" id="{57C21F90-9E5B-FE9A-5E1C-2B7E14D06B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E47EE5-7A37-C28E-53B1-CD8C69FA8787}"/>
              </a:ext>
            </a:extLst>
          </p:cNvPr>
          <p:cNvSpPr>
            <a:spLocks noGrp="1"/>
          </p:cNvSpPr>
          <p:nvPr>
            <p:ph type="sldNum" sz="quarter" idx="12"/>
          </p:nvPr>
        </p:nvSpPr>
        <p:spPr/>
        <p:txBody>
          <a:bodyPr/>
          <a:lstStyle/>
          <a:p>
            <a:fld id="{6288ECFF-4E29-4911-A669-B8CF0B8E2359}" type="slidenum">
              <a:rPr lang="en-IN" smtClean="0"/>
              <a:t>‹#›</a:t>
            </a:fld>
            <a:endParaRPr lang="en-IN"/>
          </a:p>
        </p:txBody>
      </p:sp>
    </p:spTree>
    <p:extLst>
      <p:ext uri="{BB962C8B-B14F-4D97-AF65-F5344CB8AC3E}">
        <p14:creationId xmlns:p14="http://schemas.microsoft.com/office/powerpoint/2010/main" val="4066511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815FE-8A5E-C63A-BB1A-30F9AC6EE02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0E2EC9-EA75-07C2-C070-C4E7793DC7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EAACF7-CE72-2316-BBAB-EEB140ACD8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8F12F79-F438-C655-17DE-67FB369400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C57967-60F4-C005-F9F5-D336142BFA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C7A8D92-D0F2-98B1-5B11-3E87D4D2E175}"/>
              </a:ext>
            </a:extLst>
          </p:cNvPr>
          <p:cNvSpPr>
            <a:spLocks noGrp="1"/>
          </p:cNvSpPr>
          <p:nvPr>
            <p:ph type="dt" sz="half" idx="10"/>
          </p:nvPr>
        </p:nvSpPr>
        <p:spPr/>
        <p:txBody>
          <a:bodyPr/>
          <a:lstStyle/>
          <a:p>
            <a:fld id="{9E229393-5458-4281-8330-ADCDC7D4C84F}" type="datetimeFigureOut">
              <a:rPr lang="en-IN" smtClean="0"/>
              <a:t>11-07-2026</a:t>
            </a:fld>
            <a:endParaRPr lang="en-IN"/>
          </a:p>
        </p:txBody>
      </p:sp>
      <p:sp>
        <p:nvSpPr>
          <p:cNvPr id="8" name="Footer Placeholder 7">
            <a:extLst>
              <a:ext uri="{FF2B5EF4-FFF2-40B4-BE49-F238E27FC236}">
                <a16:creationId xmlns:a16="http://schemas.microsoft.com/office/drawing/2014/main" id="{4B432D0A-C33F-0743-96F5-C66479ED63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28851A9-6C25-4B8F-E0BC-7081B1133418}"/>
              </a:ext>
            </a:extLst>
          </p:cNvPr>
          <p:cNvSpPr>
            <a:spLocks noGrp="1"/>
          </p:cNvSpPr>
          <p:nvPr>
            <p:ph type="sldNum" sz="quarter" idx="12"/>
          </p:nvPr>
        </p:nvSpPr>
        <p:spPr/>
        <p:txBody>
          <a:bodyPr/>
          <a:lstStyle/>
          <a:p>
            <a:fld id="{6288ECFF-4E29-4911-A669-B8CF0B8E2359}" type="slidenum">
              <a:rPr lang="en-IN" smtClean="0"/>
              <a:t>‹#›</a:t>
            </a:fld>
            <a:endParaRPr lang="en-IN"/>
          </a:p>
        </p:txBody>
      </p:sp>
    </p:spTree>
    <p:extLst>
      <p:ext uri="{BB962C8B-B14F-4D97-AF65-F5344CB8AC3E}">
        <p14:creationId xmlns:p14="http://schemas.microsoft.com/office/powerpoint/2010/main" val="2907607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A2F3C-1AF3-8C09-6C2B-8C59EE259B6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279A43A-FB61-1D76-6BA0-093E8CDA9136}"/>
              </a:ext>
            </a:extLst>
          </p:cNvPr>
          <p:cNvSpPr>
            <a:spLocks noGrp="1"/>
          </p:cNvSpPr>
          <p:nvPr>
            <p:ph type="dt" sz="half" idx="10"/>
          </p:nvPr>
        </p:nvSpPr>
        <p:spPr/>
        <p:txBody>
          <a:bodyPr/>
          <a:lstStyle/>
          <a:p>
            <a:fld id="{9E229393-5458-4281-8330-ADCDC7D4C84F}" type="datetimeFigureOut">
              <a:rPr lang="en-IN" smtClean="0"/>
              <a:t>11-07-2026</a:t>
            </a:fld>
            <a:endParaRPr lang="en-IN"/>
          </a:p>
        </p:txBody>
      </p:sp>
      <p:sp>
        <p:nvSpPr>
          <p:cNvPr id="4" name="Footer Placeholder 3">
            <a:extLst>
              <a:ext uri="{FF2B5EF4-FFF2-40B4-BE49-F238E27FC236}">
                <a16:creationId xmlns:a16="http://schemas.microsoft.com/office/drawing/2014/main" id="{4DC9A9CB-4145-B2B5-CB32-D6D14F4DA37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2466D5E-C6F7-369F-DD9B-9D61980AEC17}"/>
              </a:ext>
            </a:extLst>
          </p:cNvPr>
          <p:cNvSpPr>
            <a:spLocks noGrp="1"/>
          </p:cNvSpPr>
          <p:nvPr>
            <p:ph type="sldNum" sz="quarter" idx="12"/>
          </p:nvPr>
        </p:nvSpPr>
        <p:spPr/>
        <p:txBody>
          <a:bodyPr/>
          <a:lstStyle/>
          <a:p>
            <a:fld id="{6288ECFF-4E29-4911-A669-B8CF0B8E2359}" type="slidenum">
              <a:rPr lang="en-IN" smtClean="0"/>
              <a:t>‹#›</a:t>
            </a:fld>
            <a:endParaRPr lang="en-IN"/>
          </a:p>
        </p:txBody>
      </p:sp>
    </p:spTree>
    <p:extLst>
      <p:ext uri="{BB962C8B-B14F-4D97-AF65-F5344CB8AC3E}">
        <p14:creationId xmlns:p14="http://schemas.microsoft.com/office/powerpoint/2010/main" val="2100176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62D03C-7619-8B8F-3CB9-AEB0AFD31A5D}"/>
              </a:ext>
            </a:extLst>
          </p:cNvPr>
          <p:cNvSpPr>
            <a:spLocks noGrp="1"/>
          </p:cNvSpPr>
          <p:nvPr>
            <p:ph type="dt" sz="half" idx="10"/>
          </p:nvPr>
        </p:nvSpPr>
        <p:spPr/>
        <p:txBody>
          <a:bodyPr/>
          <a:lstStyle/>
          <a:p>
            <a:fld id="{9E229393-5458-4281-8330-ADCDC7D4C84F}" type="datetimeFigureOut">
              <a:rPr lang="en-IN" smtClean="0"/>
              <a:t>11-07-2026</a:t>
            </a:fld>
            <a:endParaRPr lang="en-IN"/>
          </a:p>
        </p:txBody>
      </p:sp>
      <p:sp>
        <p:nvSpPr>
          <p:cNvPr id="3" name="Footer Placeholder 2">
            <a:extLst>
              <a:ext uri="{FF2B5EF4-FFF2-40B4-BE49-F238E27FC236}">
                <a16:creationId xmlns:a16="http://schemas.microsoft.com/office/drawing/2014/main" id="{890EED2C-00A1-BD55-6221-C8E4F6BEE2A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E365C1D-40EA-9EDA-ACC9-528EEA24E14B}"/>
              </a:ext>
            </a:extLst>
          </p:cNvPr>
          <p:cNvSpPr>
            <a:spLocks noGrp="1"/>
          </p:cNvSpPr>
          <p:nvPr>
            <p:ph type="sldNum" sz="quarter" idx="12"/>
          </p:nvPr>
        </p:nvSpPr>
        <p:spPr/>
        <p:txBody>
          <a:bodyPr/>
          <a:lstStyle/>
          <a:p>
            <a:fld id="{6288ECFF-4E29-4911-A669-B8CF0B8E2359}" type="slidenum">
              <a:rPr lang="en-IN" smtClean="0"/>
              <a:t>‹#›</a:t>
            </a:fld>
            <a:endParaRPr lang="en-IN"/>
          </a:p>
        </p:txBody>
      </p:sp>
    </p:spTree>
    <p:extLst>
      <p:ext uri="{BB962C8B-B14F-4D97-AF65-F5344CB8AC3E}">
        <p14:creationId xmlns:p14="http://schemas.microsoft.com/office/powerpoint/2010/main" val="2289925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EE0F4-4C68-E5AA-BA7E-4B028FA9D8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C87C1F1-5294-F0B0-609F-58AA4E6EA7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1B6A6B9-D5E9-A895-26B9-F6272C4B3E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E2FBC5-DD0F-490D-F0DB-0ADC69A24CA5}"/>
              </a:ext>
            </a:extLst>
          </p:cNvPr>
          <p:cNvSpPr>
            <a:spLocks noGrp="1"/>
          </p:cNvSpPr>
          <p:nvPr>
            <p:ph type="dt" sz="half" idx="10"/>
          </p:nvPr>
        </p:nvSpPr>
        <p:spPr/>
        <p:txBody>
          <a:bodyPr/>
          <a:lstStyle/>
          <a:p>
            <a:fld id="{9E229393-5458-4281-8330-ADCDC7D4C84F}" type="datetimeFigureOut">
              <a:rPr lang="en-IN" smtClean="0"/>
              <a:t>11-07-2026</a:t>
            </a:fld>
            <a:endParaRPr lang="en-IN"/>
          </a:p>
        </p:txBody>
      </p:sp>
      <p:sp>
        <p:nvSpPr>
          <p:cNvPr id="6" name="Footer Placeholder 5">
            <a:extLst>
              <a:ext uri="{FF2B5EF4-FFF2-40B4-BE49-F238E27FC236}">
                <a16:creationId xmlns:a16="http://schemas.microsoft.com/office/drawing/2014/main" id="{9B587866-98B3-46BA-5F58-A0CA32C55B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866CB7-76F3-4777-9E8C-DE01F1243310}"/>
              </a:ext>
            </a:extLst>
          </p:cNvPr>
          <p:cNvSpPr>
            <a:spLocks noGrp="1"/>
          </p:cNvSpPr>
          <p:nvPr>
            <p:ph type="sldNum" sz="quarter" idx="12"/>
          </p:nvPr>
        </p:nvSpPr>
        <p:spPr/>
        <p:txBody>
          <a:bodyPr/>
          <a:lstStyle/>
          <a:p>
            <a:fld id="{6288ECFF-4E29-4911-A669-B8CF0B8E2359}" type="slidenum">
              <a:rPr lang="en-IN" smtClean="0"/>
              <a:t>‹#›</a:t>
            </a:fld>
            <a:endParaRPr lang="en-IN"/>
          </a:p>
        </p:txBody>
      </p:sp>
    </p:spTree>
    <p:extLst>
      <p:ext uri="{BB962C8B-B14F-4D97-AF65-F5344CB8AC3E}">
        <p14:creationId xmlns:p14="http://schemas.microsoft.com/office/powerpoint/2010/main" val="2558120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08084-7B09-06BA-B936-7879216860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F6696C3-ADFB-A1E9-9A47-222D5905BE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A07F8ED-3FA7-4513-4ED5-263F2FC579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A9C11E-5B2E-FC6B-DFA7-416D29970F2F}"/>
              </a:ext>
            </a:extLst>
          </p:cNvPr>
          <p:cNvSpPr>
            <a:spLocks noGrp="1"/>
          </p:cNvSpPr>
          <p:nvPr>
            <p:ph type="dt" sz="half" idx="10"/>
          </p:nvPr>
        </p:nvSpPr>
        <p:spPr/>
        <p:txBody>
          <a:bodyPr/>
          <a:lstStyle/>
          <a:p>
            <a:fld id="{9E229393-5458-4281-8330-ADCDC7D4C84F}" type="datetimeFigureOut">
              <a:rPr lang="en-IN" smtClean="0"/>
              <a:t>11-07-2026</a:t>
            </a:fld>
            <a:endParaRPr lang="en-IN"/>
          </a:p>
        </p:txBody>
      </p:sp>
      <p:sp>
        <p:nvSpPr>
          <p:cNvPr id="6" name="Footer Placeholder 5">
            <a:extLst>
              <a:ext uri="{FF2B5EF4-FFF2-40B4-BE49-F238E27FC236}">
                <a16:creationId xmlns:a16="http://schemas.microsoft.com/office/drawing/2014/main" id="{8D10AA23-8D84-2EE6-4369-EA7B6705B7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C68205-560A-7DB9-88BA-B134D16CC1D6}"/>
              </a:ext>
            </a:extLst>
          </p:cNvPr>
          <p:cNvSpPr>
            <a:spLocks noGrp="1"/>
          </p:cNvSpPr>
          <p:nvPr>
            <p:ph type="sldNum" sz="quarter" idx="12"/>
          </p:nvPr>
        </p:nvSpPr>
        <p:spPr/>
        <p:txBody>
          <a:bodyPr/>
          <a:lstStyle/>
          <a:p>
            <a:fld id="{6288ECFF-4E29-4911-A669-B8CF0B8E2359}" type="slidenum">
              <a:rPr lang="en-IN" smtClean="0"/>
              <a:t>‹#›</a:t>
            </a:fld>
            <a:endParaRPr lang="en-IN"/>
          </a:p>
        </p:txBody>
      </p:sp>
    </p:spTree>
    <p:extLst>
      <p:ext uri="{BB962C8B-B14F-4D97-AF65-F5344CB8AC3E}">
        <p14:creationId xmlns:p14="http://schemas.microsoft.com/office/powerpoint/2010/main" val="566474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88A8E-6962-CC51-7DEC-B91B78BCCDB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9FECDF-B2D1-C8D2-BCF4-E1A54AD998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B06105-86CD-0366-350B-D603475236A4}"/>
              </a:ext>
            </a:extLst>
          </p:cNvPr>
          <p:cNvSpPr>
            <a:spLocks noGrp="1"/>
          </p:cNvSpPr>
          <p:nvPr>
            <p:ph type="dt" sz="half" idx="10"/>
          </p:nvPr>
        </p:nvSpPr>
        <p:spPr/>
        <p:txBody>
          <a:bodyPr/>
          <a:lstStyle/>
          <a:p>
            <a:fld id="{9E229393-5458-4281-8330-ADCDC7D4C84F}" type="datetimeFigureOut">
              <a:rPr lang="en-IN" smtClean="0"/>
              <a:t>11-07-2026</a:t>
            </a:fld>
            <a:endParaRPr lang="en-IN"/>
          </a:p>
        </p:txBody>
      </p:sp>
      <p:sp>
        <p:nvSpPr>
          <p:cNvPr id="5" name="Footer Placeholder 4">
            <a:extLst>
              <a:ext uri="{FF2B5EF4-FFF2-40B4-BE49-F238E27FC236}">
                <a16:creationId xmlns:a16="http://schemas.microsoft.com/office/drawing/2014/main" id="{43E35B9E-D25D-50DB-260E-6371C89D4A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497D80-8474-05EA-3363-201549BEB969}"/>
              </a:ext>
            </a:extLst>
          </p:cNvPr>
          <p:cNvSpPr>
            <a:spLocks noGrp="1"/>
          </p:cNvSpPr>
          <p:nvPr>
            <p:ph type="sldNum" sz="quarter" idx="12"/>
          </p:nvPr>
        </p:nvSpPr>
        <p:spPr/>
        <p:txBody>
          <a:bodyPr/>
          <a:lstStyle/>
          <a:p>
            <a:fld id="{6288ECFF-4E29-4911-A669-B8CF0B8E2359}" type="slidenum">
              <a:rPr lang="en-IN" smtClean="0"/>
              <a:t>‹#›</a:t>
            </a:fld>
            <a:endParaRPr lang="en-IN"/>
          </a:p>
        </p:txBody>
      </p:sp>
    </p:spTree>
    <p:extLst>
      <p:ext uri="{BB962C8B-B14F-4D97-AF65-F5344CB8AC3E}">
        <p14:creationId xmlns:p14="http://schemas.microsoft.com/office/powerpoint/2010/main" val="2639442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499226-554D-E92E-F953-0326DEB23E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585082-3F29-08D2-7BEB-790B266470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05380A-D3D2-6FB8-6EBF-F8E2F84C63DA}"/>
              </a:ext>
            </a:extLst>
          </p:cNvPr>
          <p:cNvSpPr>
            <a:spLocks noGrp="1"/>
          </p:cNvSpPr>
          <p:nvPr>
            <p:ph type="dt" sz="half" idx="10"/>
          </p:nvPr>
        </p:nvSpPr>
        <p:spPr/>
        <p:txBody>
          <a:bodyPr/>
          <a:lstStyle/>
          <a:p>
            <a:fld id="{9E229393-5458-4281-8330-ADCDC7D4C84F}" type="datetimeFigureOut">
              <a:rPr lang="en-IN" smtClean="0"/>
              <a:t>11-07-2026</a:t>
            </a:fld>
            <a:endParaRPr lang="en-IN"/>
          </a:p>
        </p:txBody>
      </p:sp>
      <p:sp>
        <p:nvSpPr>
          <p:cNvPr id="5" name="Footer Placeholder 4">
            <a:extLst>
              <a:ext uri="{FF2B5EF4-FFF2-40B4-BE49-F238E27FC236}">
                <a16:creationId xmlns:a16="http://schemas.microsoft.com/office/drawing/2014/main" id="{85AF3DB1-18D0-BE01-8D64-5586C0DE6A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077B37-E317-5DFB-E926-E7742428B71F}"/>
              </a:ext>
            </a:extLst>
          </p:cNvPr>
          <p:cNvSpPr>
            <a:spLocks noGrp="1"/>
          </p:cNvSpPr>
          <p:nvPr>
            <p:ph type="sldNum" sz="quarter" idx="12"/>
          </p:nvPr>
        </p:nvSpPr>
        <p:spPr/>
        <p:txBody>
          <a:bodyPr/>
          <a:lstStyle/>
          <a:p>
            <a:fld id="{6288ECFF-4E29-4911-A669-B8CF0B8E2359}" type="slidenum">
              <a:rPr lang="en-IN" smtClean="0"/>
              <a:t>‹#›</a:t>
            </a:fld>
            <a:endParaRPr lang="en-IN"/>
          </a:p>
        </p:txBody>
      </p:sp>
    </p:spTree>
    <p:extLst>
      <p:ext uri="{BB962C8B-B14F-4D97-AF65-F5344CB8AC3E}">
        <p14:creationId xmlns:p14="http://schemas.microsoft.com/office/powerpoint/2010/main" val="151456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00F58E-C575-70E8-0E66-5F7251E0B0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F97BAC-FB7A-335A-81EC-F33B7F2DAA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066268-075E-EFDA-DF20-2AF1C3DCEC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229393-5458-4281-8330-ADCDC7D4C84F}" type="datetimeFigureOut">
              <a:rPr lang="en-IN" smtClean="0"/>
              <a:t>11-07-2026</a:t>
            </a:fld>
            <a:endParaRPr lang="en-IN"/>
          </a:p>
        </p:txBody>
      </p:sp>
      <p:sp>
        <p:nvSpPr>
          <p:cNvPr id="5" name="Footer Placeholder 4">
            <a:extLst>
              <a:ext uri="{FF2B5EF4-FFF2-40B4-BE49-F238E27FC236}">
                <a16:creationId xmlns:a16="http://schemas.microsoft.com/office/drawing/2014/main" id="{D1C97335-02B3-2353-AD36-D7D4CFDD7B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AE24E3E-CD9D-DB86-14D9-325AF0B9E3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88ECFF-4E29-4911-A669-B8CF0B8E2359}" type="slidenum">
              <a:rPr lang="en-IN" smtClean="0"/>
              <a:t>‹#›</a:t>
            </a:fld>
            <a:endParaRPr lang="en-IN"/>
          </a:p>
        </p:txBody>
      </p:sp>
    </p:spTree>
    <p:extLst>
      <p:ext uri="{BB962C8B-B14F-4D97-AF65-F5344CB8AC3E}">
        <p14:creationId xmlns:p14="http://schemas.microsoft.com/office/powerpoint/2010/main" val="2616166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92F91-5C00-66EF-3B93-9A2C225E907C}"/>
              </a:ext>
            </a:extLst>
          </p:cNvPr>
          <p:cNvSpPr>
            <a:spLocks noGrp="1"/>
          </p:cNvSpPr>
          <p:nvPr>
            <p:ph type="ctrTitle"/>
          </p:nvPr>
        </p:nvSpPr>
        <p:spPr>
          <a:xfrm>
            <a:off x="245807" y="-195159"/>
            <a:ext cx="9144000" cy="1109560"/>
          </a:xfrm>
        </p:spPr>
        <p:txBody>
          <a:bodyPr>
            <a:normAutofit/>
          </a:bodyPr>
          <a:lstStyle/>
          <a:p>
            <a:r>
              <a:rPr lang="en-IN" sz="2000" dirty="0">
                <a:latin typeface="Arial" panose="020B0604020202020204" pitchFamily="34" charset="0"/>
                <a:cs typeface="Arial" panose="020B0604020202020204" pitchFamily="34" charset="0"/>
              </a:rPr>
              <a:t>Problem Statement – </a:t>
            </a:r>
            <a:r>
              <a:rPr lang="en-IN" sz="2000" dirty="0" err="1">
                <a:latin typeface="Arial" panose="020B0604020202020204" pitchFamily="34" charset="0"/>
                <a:cs typeface="Arial" panose="020B0604020202020204" pitchFamily="34" charset="0"/>
              </a:rPr>
              <a:t>LectMent</a:t>
            </a:r>
            <a:r>
              <a:rPr lang="en-IN" sz="2000" dirty="0">
                <a:latin typeface="Arial" panose="020B0604020202020204" pitchFamily="34" charset="0"/>
                <a:cs typeface="Arial" panose="020B0604020202020204" pitchFamily="34" charset="0"/>
              </a:rPr>
              <a:t>: AI-Powered Smart Learning Assistant</a:t>
            </a:r>
          </a:p>
        </p:txBody>
      </p:sp>
      <p:sp>
        <p:nvSpPr>
          <p:cNvPr id="3" name="Subtitle 2">
            <a:extLst>
              <a:ext uri="{FF2B5EF4-FFF2-40B4-BE49-F238E27FC236}">
                <a16:creationId xmlns:a16="http://schemas.microsoft.com/office/drawing/2014/main" id="{29B68B21-BD8B-16B7-E4AE-A99445EACB63}"/>
              </a:ext>
            </a:extLst>
          </p:cNvPr>
          <p:cNvSpPr>
            <a:spLocks noGrp="1"/>
          </p:cNvSpPr>
          <p:nvPr>
            <p:ph type="subTitle" idx="1"/>
          </p:nvPr>
        </p:nvSpPr>
        <p:spPr>
          <a:xfrm>
            <a:off x="589935" y="1140542"/>
            <a:ext cx="10805651" cy="5093110"/>
          </a:xfrm>
        </p:spPr>
        <p:txBody>
          <a:bodyPr>
            <a:normAutofit fontScale="70000" lnSpcReduction="20000"/>
          </a:bodyPr>
          <a:lstStyle/>
          <a:p>
            <a:pPr algn="l"/>
            <a:r>
              <a:rPr lang="en-IN" b="1" dirty="0"/>
              <a:t>The Challenge</a:t>
            </a:r>
          </a:p>
          <a:p>
            <a:pPr algn="l"/>
            <a:r>
              <a:rPr lang="en-IN" dirty="0"/>
              <a:t>With the rapid growth of online learning and digital education, students are exposed to lengthy lectures, technical presentations, and educational videos that are often difficult to understand and revise. Manual note-taking during lectures is time-consuming and frequently results in incomplete or unstructured study materials. This challenge is even greater for </a:t>
            </a:r>
            <a:r>
              <a:rPr lang="en-IN" b="1" dirty="0"/>
              <a:t>non-native speakers, self-learners, and neurodivergent students</a:t>
            </a:r>
            <a:r>
              <a:rPr lang="en-IN" dirty="0"/>
              <a:t>, who may struggle to keep pace with fast-paced lectures or complex subject matter.</a:t>
            </a:r>
          </a:p>
          <a:p>
            <a:pPr algn="l"/>
            <a:r>
              <a:rPr lang="en-IN" dirty="0"/>
              <a:t>Although general AI chatbots can answer questions, they are not specifically designed to convert educational content into structured learning resources such as study notes, revision sheets, quizzes, flashcards, and key takeaways. As a result, students spend significant time organizing lecture content instead of focusing on learning and revision.</a:t>
            </a:r>
          </a:p>
          <a:p>
            <a:pPr algn="l"/>
            <a:r>
              <a:rPr lang="en-IN" sz="2600" b="1" dirty="0"/>
              <a:t>The Need</a:t>
            </a:r>
          </a:p>
          <a:p>
            <a:pPr algn="l"/>
            <a:r>
              <a:rPr lang="en-IN" dirty="0"/>
              <a:t>There is a growing need for an intelligent educational assistant that can automatically </a:t>
            </a:r>
            <a:r>
              <a:rPr lang="en-IN" dirty="0" err="1"/>
              <a:t>analyze</a:t>
            </a:r>
            <a:r>
              <a:rPr lang="en-IN" dirty="0"/>
              <a:t> lecture content from multiple sources—including transcripts, YouTube lectures, and audio recordings—and transform it into concise, accurate, and personalized study materials. Such a solution should improve learning efficiency, reduce manual effort, and support students with diverse learning needs.</a:t>
            </a:r>
          </a:p>
          <a:p>
            <a:pPr algn="l"/>
            <a:r>
              <a:rPr lang="en-IN" b="1" dirty="0"/>
              <a:t>Proposed Solution</a:t>
            </a:r>
          </a:p>
          <a:p>
            <a:pPr algn="l"/>
            <a:r>
              <a:rPr lang="en-IN" b="1" dirty="0" err="1"/>
              <a:t>LectMent</a:t>
            </a:r>
            <a:r>
              <a:rPr lang="en-IN" dirty="0"/>
              <a:t> is an AI-powered Smart Learning Assistant built using </a:t>
            </a:r>
            <a:r>
              <a:rPr lang="en-IN" b="1" dirty="0"/>
              <a:t>IBM watsonx.ai</a:t>
            </a:r>
            <a:r>
              <a:rPr lang="en-IN" dirty="0"/>
              <a:t>, </a:t>
            </a:r>
            <a:r>
              <a:rPr lang="en-IN" b="1" dirty="0"/>
              <a:t>IBM Cloud</a:t>
            </a:r>
            <a:r>
              <a:rPr lang="en-IN" dirty="0"/>
              <a:t>, and </a:t>
            </a:r>
            <a:r>
              <a:rPr lang="en-IN" b="1" dirty="0"/>
              <a:t>Agentic AI</a:t>
            </a:r>
            <a:r>
              <a:rPr lang="en-IN" dirty="0"/>
              <a:t>. It accepts lecture transcripts, YouTube lecture links, and audio recordings as input, understands the educational context using Foundation Models, and automatically generates structured learning resources including </a:t>
            </a:r>
            <a:r>
              <a:rPr lang="en-IN" b="1" dirty="0"/>
              <a:t>summaries, study notes, revision sheets, quizzes, flashcards, and key takeaways</a:t>
            </a:r>
            <a:r>
              <a:rPr lang="en-IN" dirty="0"/>
              <a:t>. By automating lecture understanding and content organization, </a:t>
            </a:r>
            <a:r>
              <a:rPr lang="en-IN" dirty="0" err="1"/>
              <a:t>LectMent</a:t>
            </a:r>
            <a:r>
              <a:rPr lang="en-IN" dirty="0"/>
              <a:t> enables students to learn more effectively, revise faster, and improve knowledge </a:t>
            </a:r>
            <a:r>
              <a:rPr lang="en-IN"/>
              <a:t>retention.</a:t>
            </a:r>
            <a:endParaRPr lang="en-IN" dirty="0"/>
          </a:p>
        </p:txBody>
      </p:sp>
    </p:spTree>
    <p:extLst>
      <p:ext uri="{BB962C8B-B14F-4D97-AF65-F5344CB8AC3E}">
        <p14:creationId xmlns:p14="http://schemas.microsoft.com/office/powerpoint/2010/main" val="4017266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303</Words>
  <Application>Microsoft Office PowerPoint</Application>
  <PresentationFormat>Widescreen</PresentationFormat>
  <Paragraphs>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Problem Statement – LectMent: AI-Powered Smart Learning Assistant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korrapati kavya</dc:creator>
  <cp:lastModifiedBy>korrapati kavya</cp:lastModifiedBy>
  <cp:revision>1</cp:revision>
  <dcterms:created xsi:type="dcterms:W3CDTF">2026-07-10T20:14:13Z</dcterms:created>
  <dcterms:modified xsi:type="dcterms:W3CDTF">2026-07-10T20:15:05Z</dcterms:modified>
</cp:coreProperties>
</file>